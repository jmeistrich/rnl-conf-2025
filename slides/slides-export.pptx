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 been seeing these talks from Microsoft about React Native on desktop and it seemed cool, but I haven't heard much about other apps using it.
But then I tested it out just to see if LegendList would work in it, and I was blown away by how incredibly good it is.
I've been playing with it and making some apps, and it's seriously really good, though it has some rough edges.
I've been exploring all the benefits and downsides and I think it's now time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React Native on desktop seriously.
I got so excited about this that I joined Expo to explore if there's an opportunity to make desktop apps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all the recent updates it's now just about caught up with the latest React Native version
TODO: Tiny recap of what Saad just said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first we need to ground this in the current state of desktop apps.
When people are building a desktop app they have basically two choices: build it fully native or as a webview.
We've been through this in mobile before with Cordova, Ionic, etc... We all know how much better React Native apps are than those.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Native is so good now that it can be indistinguishable from native apps.
MAYBE: I recently worked on the v0 app, which by using new architecture, Legend List, and react-native-keyboard-controller let us achieve such native feel that people can't even tell it's react native anymore.
So why do we accept webview apps on desktop?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popular tool for building desktop apps is Electron. Electron builds in a full chromium browser and Node.js into every app. It even bundles in ffmpeg because chromium needs it, even if your app doesn't.
A Hello World app is 268 MB, runs 4 separate processes, and uses 83 MB of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way it works is you have a renderer process for the webview, and a main process for the app itself that communicate through interprocess communcation. Then main process communicates through node.js to do system things.
So that adds a lot of DX and performance overhead.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alternative to Electron is Tauri. It's also a webview app, but it uses the system webview so it doesn't bundle chromium and is much smaller.
But then you have to deal with platform differences of Safari on Mac vs. Edge on Windows, and old OS versions will have old webview versions.
And it uses Rust for the main process, which is great if you love Rust, but otherwise it's a whole other language to learn.
And it's still a webview.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lot of the apps you use every day are Electron apps.
Show names and icons of biggest apps along with file size.
I don't mean to throw shade on Electron or these apps. Electron is probably the best choice for most of them. It lets teams share more code across multiple apps and reuse their javascript knowledge. The alternative is building full native apps in Swift and C#, which takes a ton more resources.
This is just the world we live in where our desktop apps are web apps.
You can even see my own app, Legend, in the list there. That's part of why I'm so passionate about this, having dealt with it for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course the biggest app on my computer is not Electron, but that's a whole other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 heard that nobody builds desktop apps anymore, but I don't think that's true. Electron is actually downloaded almost as much as Expo.
But these apps are huge, they use a ton of memory, and they don't feel as good as they should.
So I think it's time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Reverse the enshittification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actually been here before on mobile. Native apps are more delightful but hard to build and need dedicated teams. So companies built cross-platform web apps across web and mobile. And everything was bad.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then React Native came in and saved everyone with delightful cross-platform apps. And everything was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we're repeating history on desktop.
Companies are build cross-platform web apps across web and desktop, while using React Native on mobile.
And we have an opportunity again for React Native to come in and save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 propose since we're already building with these two separate technologies anyway, we make React Native the cross-platform solution on desktop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with react-native-web getting better, maybe we could eventually get to React Native everywhere, but that's a whole other thing.
So the big question is why React Native on desktop?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it's awesome.
Apps are tiny. They're fast because Hermes is very fast, native modules are fast, and they don't have to communicate across a webview bridge.
And because React Native is native, it can be as fast as a native app and easily use native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 usage is much lower with React Native. It doesn't include a full Chromium browser but it does include Hermes.
We all know size matters but it'what's more important is how the app feels.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vibe coded a photo library app to see what kind of performance I could get with it. The app opens instantly. LegendList powers a gallery view and timeline with no blanking. I made a shared element transition animation just using Animated which looks awesome. And the photo loading is so fast it looks like a movie.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because it's native we can easily do native things.
Of course get liquid glass for free with native views.
TODO: Ask Saad for liquid glass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open multiple windows (ooooh) because it's not a webview. We can even use the platform native drag/drop behavior to drag between windows.
Clearly not many of you have used Electron because your mind isn't blown by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you haven't read enough Medium articles about how to postMessage between the isolated Chromium processes running multiple windows.
In React Native this is just easy.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even do cool animations on windows. When the song changes this overlay at the top of the screen unblurs and fades in, and blurs and fades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that in slow motion to see how cool it is. Codex made me a native blur filter in Swift to do that in a few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Multiple windows can easily share state. This actually just happened and I never thought about it, because they're both subscribed to the same global state.
Again in the alternatives you have to postMessage between isolated chromium processes to do this.
Now let's step it up a notch. React Native Skia has mac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can display this dope visualizer by updating our native audio module to tap into the raw frequency data. That's pretty cool, but let's step it up a notch.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build visualizers with shaders in skia, so we can display it as this cool glowing radial cloud.
Or we could step it up another notch and go full 3D.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make full 3D visualizers using the power of the GPU. And why not, this is a native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complete app using Nativewind, a bunch of libraries and expo modules, and skia comes out to 35 MB. Zipped, it's an 11 MB download.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Compared to other music apps, playing a local mp3 file uses much less CPU. Since React Native is just running native code, it's effectively the same as native CPU usage. Spotify as an Electron app is running a full Chrome browser and playing through the web platform, so it does a lot more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comparing memory usage while playing a song file is even more ludicrous. Running a full browser with 6 different processes is taking 687 MB. React Native takes 20% of that.
It even beats Apple Music, the most native of native apps.
TODO: This used to be 90. What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because it's React Native we get the great developer experience we're used to.
Of course Fast Refresh works, so it's easy to tweak the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get the devtools to inspect the component tree and the nice new performance tab to optimize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get the devtools to inspect the component tree and the nice new performance tab to optimize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don't know how to write native modules, but if I want to do something natively, I just ask AI to make me a native module. And then my javascript code can do native things. I don't have to manage the communication across the IPC and call it from the main process, then post it back. It's just functions I can call from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even use React Native Storybook to work with our component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we get access to the huge ecosystem of React Native libraries.
But this is where we get into both pros and cons. JS-only libraries mostly just work. And a lot of the major native libraries already support macOS. But a lot don't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lot of Expo modules work on mac already. I specifically love expo file system, it's super fast. But there's a lot that aren't supported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there's a whole ton of new libraries that need to be built for desktop specific features that don't exist on mobile.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there are still some downsides and rough edges.
It's not supported in the Expo CLI so it needs to be built separately.
Some libraries don't work on macOS yet and there's a bunch of desktop specific features which don't have libraries for them yet.
But, AI is very good at building native modules. I don't really know how to write native modules, but AIs have done a good enough job that it's not really a problem for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we've got a chicken and egg problem here. There's not a lot of people making React Native desktop apps, so libraries aren't bothering to add support. So it's hard to build apps because of a small ecosystem.
So while I would very much recommend react-native-macos to all of you legends, I think we need to smooth out some rough edges and support in more libraries before I'd suggest it to new developers.
So let's crack some eggs and get this ecosystem going.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Get correct icon for ios
Download icons to media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isn't everyone using this?</dc:title>
  <dc:subject>PptxGenJS Presentation</dc:subject>
  <dc:creator/>
  <cp:lastModifiedBy/>
  <cp:revision>1</cp:revision>
  <dcterms:created xsi:type="dcterms:W3CDTF">2025-11-09T21:39:30Z</dcterms:created>
  <dcterms:modified xsi:type="dcterms:W3CDTF">2025-11-09T21:39:30Z</dcterms:modified>
</cp:coreProperties>
</file>